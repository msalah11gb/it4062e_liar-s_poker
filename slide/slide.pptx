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sldIdLst>
    <p:sldId id="256" r:id="rId4"/>
    <p:sldId id="299" r:id="rId5"/>
    <p:sldId id="261" r:id="rId6"/>
    <p:sldId id="264" r:id="rId7"/>
    <p:sldId id="274" r:id="rId8"/>
    <p:sldId id="303" r:id="rId9"/>
    <p:sldId id="310" r:id="rId10"/>
    <p:sldId id="313" r:id="rId11"/>
    <p:sldId id="305" r:id="rId12"/>
    <p:sldId id="312" r:id="rId13"/>
    <p:sldId id="317" r:id="rId14"/>
    <p:sldId id="316" r:id="rId15"/>
    <p:sldId id="318" r:id="rId16"/>
    <p:sldId id="319" r:id="rId17"/>
    <p:sldId id="320" r:id="rId18"/>
    <p:sldId id="262" r:id="rId19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2A40D"/>
    <a:srgbClr val="32AE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26" autoAdjust="0"/>
    <p:restoredTop sz="94628" autoAdjust="0"/>
  </p:normalViewPr>
  <p:slideViewPr>
    <p:cSldViewPr>
      <p:cViewPr varScale="1">
        <p:scale>
          <a:sx n="88" d="100"/>
          <a:sy n="88" d="100"/>
        </p:scale>
        <p:origin x="583" y="36"/>
      </p:cViewPr>
      <p:guideLst>
        <p:guide orient="horz" pos="139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51920" y="1794902"/>
            <a:ext cx="5292080" cy="1080121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>
                <a:ea typeface="맑은 고딕" pitchFamily="50" charset="-127"/>
              </a:rPr>
              <a:t>FREE </a:t>
            </a:r>
          </a:p>
          <a:p>
            <a:r>
              <a:rPr lang="en-US" altLang="ko-KR" dirty="0">
                <a:ea typeface="맑은 고딕" pitchFamily="50" charset="-127"/>
              </a:rPr>
              <a:t>PPT 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851772" y="2947030"/>
            <a:ext cx="5292080" cy="4888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ko-KR" b="1" dirty="0"/>
              <a:t>INSERT THE TITLE 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b="1" dirty="0"/>
              <a:t>OF YOUR PRESENTATION HERE</a:t>
            </a:r>
            <a:endParaRPr lang="en-US" altLang="ko-KR" dirty="0"/>
          </a:p>
        </p:txBody>
      </p:sp>
      <p:pic>
        <p:nvPicPr>
          <p:cNvPr id="1026" name="Picture 2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640" y="657349"/>
            <a:ext cx="1765300" cy="391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572242"/>
            <a:ext cx="9144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14830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Oval 3"/>
          <p:cNvSpPr/>
          <p:nvPr userDrawn="1"/>
        </p:nvSpPr>
        <p:spPr>
          <a:xfrm>
            <a:off x="3311860" y="737642"/>
            <a:ext cx="2520280" cy="25202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2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351" y="1139211"/>
            <a:ext cx="819298" cy="1818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2604" y="0"/>
            <a:ext cx="158417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4" name="Picture 2" descr="E:\002-KIMS BUSINESS\007-02-Fullslidesppt-Contents\20161228\02-edu\bulb-item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84" y="938231"/>
            <a:ext cx="1584176" cy="351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789484" y="938231"/>
            <a:ext cx="792088" cy="351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2604" y="0"/>
            <a:ext cx="158417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4" name="Picture 2" descr="E:\002-KIMS BUSINESS\007-02-Fullslidesppt-Contents\20161228\02-edu\bulb-item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35" y="2931790"/>
            <a:ext cx="945499" cy="209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998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3399842"/>
            <a:ext cx="9144000" cy="17436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Oval 3"/>
          <p:cNvSpPr/>
          <p:nvPr userDrawn="1"/>
        </p:nvSpPr>
        <p:spPr>
          <a:xfrm>
            <a:off x="4043561" y="2859782"/>
            <a:ext cx="1080120" cy="108012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2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057" y="3010192"/>
            <a:ext cx="351128" cy="77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6867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4963500"/>
            <a:ext cx="9144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9144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960850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143508" y="92609"/>
            <a:ext cx="8856984" cy="49582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1347774"/>
            <a:ext cx="2160240" cy="18720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327920" y="1347774"/>
            <a:ext cx="2160240" cy="18720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655840" y="1347774"/>
            <a:ext cx="2160240" cy="18720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983760" y="1347774"/>
            <a:ext cx="2160240" cy="18720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3219822"/>
            <a:ext cx="2160000" cy="1584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2328000" y="3219822"/>
            <a:ext cx="2160000" cy="1584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4656000" y="3219822"/>
            <a:ext cx="2160000" cy="1584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6984000" y="3219822"/>
            <a:ext cx="2160000" cy="1584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2932113"/>
            <a:ext cx="9144000" cy="2211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131590"/>
            <a:ext cx="7230270" cy="3677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513480" y="1626257"/>
            <a:ext cx="3465217" cy="25626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467544" y="3363838"/>
            <a:ext cx="3024336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058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759754"/>
            <a:ext cx="9144000" cy="2211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208" y="1042230"/>
            <a:ext cx="2869272" cy="3474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7380312" y="1175233"/>
            <a:ext cx="1008112" cy="25561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643269" y="1261134"/>
            <a:ext cx="1654766" cy="25561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0137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3059832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4860032" y="0"/>
            <a:ext cx="36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4896032" y="1311750"/>
            <a:ext cx="180000" cy="2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440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9144000" cy="30765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50635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131840" y="181632"/>
            <a:ext cx="601216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131840" y="757696"/>
            <a:ext cx="601216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3059832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146470" y="1131590"/>
            <a:ext cx="3059832" cy="40119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8877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411510"/>
            <a:ext cx="6444208" cy="4320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35622" y="195487"/>
            <a:ext cx="1944216" cy="47525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223854" y="195487"/>
            <a:ext cx="1944216" cy="47525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312086" y="195487"/>
            <a:ext cx="1944216" cy="47525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2137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44208" y="267494"/>
            <a:ext cx="2160000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6444208" y="2715766"/>
            <a:ext cx="2160000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3986213" y="267494"/>
            <a:ext cx="2160000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986213" y="2715766"/>
            <a:ext cx="2160000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3977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3291830"/>
            <a:ext cx="874846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536" y="3867894"/>
            <a:ext cx="874846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4963500"/>
            <a:ext cx="9144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7544" y="339502"/>
            <a:ext cx="3312128" cy="28080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995936" y="339502"/>
            <a:ext cx="4680520" cy="13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995936" y="1815574"/>
            <a:ext cx="1440000" cy="13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616196" y="1815574"/>
            <a:ext cx="1440000" cy="13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236456" y="1815574"/>
            <a:ext cx="1440000" cy="13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24261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31069092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11" name="Rounded Rectangle 10"/>
          <p:cNvSpPr/>
          <p:nvPr userDrawn="1"/>
        </p:nvSpPr>
        <p:spPr>
          <a:xfrm>
            <a:off x="354008" y="1131589"/>
            <a:ext cx="2849840" cy="364917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Rounded Rectangle 16"/>
          <p:cNvSpPr/>
          <p:nvPr userDrawn="1"/>
        </p:nvSpPr>
        <p:spPr>
          <a:xfrm>
            <a:off x="531932" y="1347500"/>
            <a:ext cx="108520" cy="3240473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8" name="Half Frame 17"/>
          <p:cNvSpPr/>
          <p:nvPr userDrawn="1"/>
        </p:nvSpPr>
        <p:spPr>
          <a:xfrm rot="5400000">
            <a:off x="2592642" y="1238201"/>
            <a:ext cx="502331" cy="502331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2116108" y="843558"/>
            <a:ext cx="4896544" cy="34563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2116108" y="0"/>
            <a:ext cx="4896544" cy="195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116108" y="4948014"/>
            <a:ext cx="4896544" cy="195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116108" y="3049518"/>
            <a:ext cx="4896544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116108" y="3625582"/>
            <a:ext cx="4896544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2050" name="Picture 2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155985" y="1156325"/>
            <a:ext cx="816788" cy="181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3688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2116108" y="843558"/>
            <a:ext cx="4896544" cy="34563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2116108" y="0"/>
            <a:ext cx="4896544" cy="195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116108" y="4948014"/>
            <a:ext cx="4896544" cy="195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116108" y="3049518"/>
            <a:ext cx="4896544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116108" y="3625582"/>
            <a:ext cx="4896544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2050" name="Picture 2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155985" y="1156325"/>
            <a:ext cx="816788" cy="181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72" r:id="rId2"/>
    <p:sldLayoutId id="2147483670" r:id="rId3"/>
    <p:sldLayoutId id="2147483652" r:id="rId4"/>
    <p:sldLayoutId id="2147483671" r:id="rId5"/>
    <p:sldLayoutId id="2147483655" r:id="rId6"/>
    <p:sldLayoutId id="2147483662" r:id="rId7"/>
    <p:sldLayoutId id="2147483663" r:id="rId8"/>
    <p:sldLayoutId id="2147483665" r:id="rId9"/>
    <p:sldLayoutId id="2147483666" r:id="rId10"/>
    <p:sldLayoutId id="2147483667" r:id="rId11"/>
    <p:sldLayoutId id="2147483664" r:id="rId12"/>
    <p:sldLayoutId id="2147483668" r:id="rId13"/>
    <p:sldLayoutId id="2147483669" r:id="rId14"/>
    <p:sldLayoutId id="2147483673" r:id="rId15"/>
    <p:sldLayoutId id="2147483656" r:id="rId16"/>
    <p:sldLayoutId id="2147483674" r:id="rId17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341314" y="1306086"/>
            <a:ext cx="5292080" cy="1080121"/>
          </a:xfrm>
        </p:spPr>
        <p:txBody>
          <a:bodyPr/>
          <a:lstStyle/>
          <a:p>
            <a:r>
              <a:rPr lang="en-US" sz="3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Thực</a:t>
            </a:r>
            <a:r>
              <a:rPr lang="en-US" sz="33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hành</a:t>
            </a:r>
            <a:r>
              <a:rPr lang="en-US" sz="33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Lập</a:t>
            </a:r>
            <a:r>
              <a:rPr lang="en-US" sz="33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trình</a:t>
            </a:r>
            <a:r>
              <a:rPr lang="en-US" sz="33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3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mạng</a:t>
            </a:r>
            <a:endParaRPr lang="en-US" sz="33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3341314" y="2327342"/>
            <a:ext cx="5292080" cy="488816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altLang="ko-KR" sz="2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Đề</a:t>
            </a:r>
            <a:r>
              <a:rPr lang="en-US" altLang="ko-KR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ko-KR" sz="2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tài</a:t>
            </a:r>
            <a:r>
              <a:rPr lang="en-US" altLang="ko-KR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r>
              <a:rPr lang="en-US" altLang="ko-KR" sz="2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Xây</a:t>
            </a:r>
            <a:r>
              <a:rPr lang="en-US" altLang="ko-KR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ko-KR" sz="2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dựng</a:t>
            </a:r>
            <a:r>
              <a:rPr lang="en-US" altLang="ko-KR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ko-KR" sz="2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ứng</a:t>
            </a:r>
            <a:r>
              <a:rPr lang="en-US" altLang="ko-KR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ko-KR" sz="2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dụng</a:t>
            </a:r>
            <a:r>
              <a:rPr lang="en-US" altLang="ko-KR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ko-KR" sz="2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chơi</a:t>
            </a:r>
            <a:r>
              <a:rPr lang="en-US" altLang="ko-KR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game Poker</a:t>
            </a:r>
          </a:p>
        </p:txBody>
      </p:sp>
      <p:pic>
        <p:nvPicPr>
          <p:cNvPr id="7" name="Hình ảnh 3">
            <a:extLst>
              <a:ext uri="{FF2B5EF4-FFF2-40B4-BE49-F238E27FC236}">
                <a16:creationId xmlns:a16="http://schemas.microsoft.com/office/drawing/2014/main" id="{0ACEE7AA-30D6-43A3-ACA7-AD1D973DC6A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4408" y="137821"/>
            <a:ext cx="647328" cy="92176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35E0B7-85BF-454D-8524-F97CC4981980}"/>
              </a:ext>
            </a:extLst>
          </p:cNvPr>
          <p:cNvSpPr txBox="1"/>
          <p:nvPr/>
        </p:nvSpPr>
        <p:spPr>
          <a:xfrm>
            <a:off x="3647466" y="3084297"/>
            <a:ext cx="4679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Giáo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viên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hướng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dẫn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: TS.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Tống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Văn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Vạn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C59A56-3410-4380-BDCE-753F3F7A6B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275981"/>
            <a:ext cx="9144000" cy="3960065"/>
          </a:xfrm>
        </p:spPr>
        <p:txBody>
          <a:bodyPr/>
          <a:lstStyle/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7BB656DE-16FB-449B-A83F-4AFDAA20540B}"/>
              </a:ext>
            </a:extLst>
          </p:cNvPr>
          <p:cNvSpPr txBox="1">
            <a:spLocks/>
          </p:cNvSpPr>
          <p:nvPr/>
        </p:nvSpPr>
        <p:spPr>
          <a:xfrm>
            <a:off x="-1260648" y="182892"/>
            <a:ext cx="9648056" cy="5760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0" lvl="8" indent="0">
              <a:buNone/>
            </a:pPr>
            <a:r>
              <a:rPr lang="en-US" altLang="ko-KR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Phân</a:t>
            </a:r>
            <a:r>
              <a:rPr lang="en-US" altLang="ko-KR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 chia </a:t>
            </a:r>
            <a:r>
              <a:rPr lang="en-US" altLang="ko-KR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công</a:t>
            </a:r>
            <a:r>
              <a:rPr lang="en-US" altLang="ko-KR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 </a:t>
            </a:r>
            <a:r>
              <a:rPr lang="en-US" altLang="ko-KR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việc</a:t>
            </a:r>
            <a:endParaRPr lang="ko-KR" altLang="en-US" sz="3600" dirty="0">
              <a:solidFill>
                <a:schemeClr val="bg1"/>
              </a:solidFill>
              <a:latin typeface="Cambria Math" panose="02040503050406030204" pitchFamily="18" charset="0"/>
              <a:cs typeface="Arial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9119A7-98CC-F8F2-4E2B-C1796D1B9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11741"/>
              </p:ext>
            </p:extLst>
          </p:nvPr>
        </p:nvGraphicFramePr>
        <p:xfrm>
          <a:off x="1115616" y="2715766"/>
          <a:ext cx="691276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9112">
                  <a:extLst>
                    <a:ext uri="{9D8B030D-6E8A-4147-A177-3AD203B41FA5}">
                      <a16:colId xmlns:a16="http://schemas.microsoft.com/office/drawing/2014/main" val="3965285628"/>
                    </a:ext>
                  </a:extLst>
                </a:gridCol>
                <a:gridCol w="1063502">
                  <a:extLst>
                    <a:ext uri="{9D8B030D-6E8A-4147-A177-3AD203B41FA5}">
                      <a16:colId xmlns:a16="http://schemas.microsoft.com/office/drawing/2014/main" val="2515024636"/>
                    </a:ext>
                  </a:extLst>
                </a:gridCol>
                <a:gridCol w="3950153">
                  <a:extLst>
                    <a:ext uri="{9D8B030D-6E8A-4147-A177-3AD203B41FA5}">
                      <a16:colId xmlns:a16="http://schemas.microsoft.com/office/drawing/2014/main" val="3314171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Đinh Ngọc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Lập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Thành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20226000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Thiết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kế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use case, flow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chương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trình</a:t>
                      </a:r>
                      <a:endParaRPr lang="en-US" sz="12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Thiết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kế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giao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diện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người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dùng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,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cơ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chế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xử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lý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thông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tin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của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người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dùng</a:t>
                      </a:r>
                      <a:endParaRPr lang="en-US" sz="12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Thiết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kế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logic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trò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chơi</a:t>
                      </a:r>
                      <a:endParaRPr lang="en-US" sz="12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567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Phạm Quang Anh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20220071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Thiết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kế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cấu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trúc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thông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điệp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,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giao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thức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kết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nối</a:t>
                      </a:r>
                      <a:endParaRPr lang="en-US" sz="12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Thiết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kế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ERD database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Thiết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kế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cơ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chế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truyền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tin,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xử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lý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thông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điệp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1200" b="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từ</a:t>
                      </a:r>
                      <a:r>
                        <a:rPr lang="en-US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server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07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39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/>
          </p:cNvSpPr>
          <p:nvPr/>
        </p:nvSpPr>
        <p:spPr>
          <a:xfrm>
            <a:off x="2555776" y="339502"/>
            <a:ext cx="6588224" cy="576064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 err="1"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Nội</a:t>
            </a:r>
            <a:r>
              <a:rPr lang="en-US" sz="3600" dirty="0"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 dung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131840" y="1275606"/>
            <a:ext cx="5256584" cy="720000"/>
            <a:chOff x="3131840" y="1491630"/>
            <a:chExt cx="5256584" cy="576064"/>
          </a:xfrm>
        </p:grpSpPr>
        <p:sp>
          <p:nvSpPr>
            <p:cNvPr id="2" name="Rectangle 1"/>
            <p:cNvSpPr/>
            <p:nvPr/>
          </p:nvSpPr>
          <p:spPr>
            <a:xfrm>
              <a:off x="3131840" y="1491630"/>
              <a:ext cx="5256584" cy="5760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" name="Right Triangle 4"/>
            <p:cNvSpPr/>
            <p:nvPr/>
          </p:nvSpPr>
          <p:spPr>
            <a:xfrm rot="5400000">
              <a:off x="3203840" y="1419630"/>
              <a:ext cx="576000" cy="7200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126085" y="2163705"/>
            <a:ext cx="5256584" cy="720000"/>
            <a:chOff x="3131840" y="1491630"/>
            <a:chExt cx="5256584" cy="576064"/>
          </a:xfrm>
        </p:grpSpPr>
        <p:sp>
          <p:nvSpPr>
            <p:cNvPr id="18" name="Rectangle 17"/>
            <p:cNvSpPr/>
            <p:nvPr/>
          </p:nvSpPr>
          <p:spPr>
            <a:xfrm>
              <a:off x="3131840" y="1491630"/>
              <a:ext cx="5256584" cy="5760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9" name="Right Triangle 18"/>
            <p:cNvSpPr/>
            <p:nvPr/>
          </p:nvSpPr>
          <p:spPr>
            <a:xfrm rot="5400000">
              <a:off x="3203840" y="1419630"/>
              <a:ext cx="576000" cy="7200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120330" y="3051804"/>
            <a:ext cx="5256584" cy="720000"/>
            <a:chOff x="3131840" y="1491630"/>
            <a:chExt cx="5256584" cy="576064"/>
          </a:xfrm>
        </p:grpSpPr>
        <p:sp>
          <p:nvSpPr>
            <p:cNvPr id="21" name="Rectangle 20"/>
            <p:cNvSpPr/>
            <p:nvPr/>
          </p:nvSpPr>
          <p:spPr>
            <a:xfrm>
              <a:off x="3131840" y="1491630"/>
              <a:ext cx="5256584" cy="5760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2" name="Right Triangle 21"/>
            <p:cNvSpPr/>
            <p:nvPr/>
          </p:nvSpPr>
          <p:spPr>
            <a:xfrm rot="5400000">
              <a:off x="3203840" y="1419630"/>
              <a:ext cx="576000" cy="7200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3131840" y="1275606"/>
            <a:ext cx="53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120330" y="2163705"/>
            <a:ext cx="53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108820" y="3051804"/>
            <a:ext cx="53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097310" y="3939903"/>
            <a:ext cx="53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04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831628" y="1435511"/>
            <a:ext cx="4392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Đặt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 </a:t>
            </a:r>
            <a:r>
              <a:rPr lang="en-US" altLang="ko-KR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vấn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 </a:t>
            </a:r>
            <a:r>
              <a:rPr lang="en-US" altLang="ko-KR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đề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. </a:t>
            </a:r>
            <a:r>
              <a:rPr lang="en-US" altLang="ko-KR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Giới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 </a:t>
            </a:r>
            <a:r>
              <a:rPr lang="en-US" altLang="ko-KR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thiệu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 </a:t>
            </a:r>
            <a:r>
              <a:rPr lang="en-US" altLang="ko-KR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tổng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 </a:t>
            </a:r>
            <a:r>
              <a:rPr lang="en-US" altLang="ko-KR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quan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  <a:cs typeface="Arial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851840" y="2320489"/>
            <a:ext cx="4392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Cấu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 </a:t>
            </a:r>
            <a:r>
              <a:rPr lang="en-US" altLang="ko-KR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trúc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 </a:t>
            </a:r>
            <a:r>
              <a:rPr lang="en-US" altLang="ko-KR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thông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 </a:t>
            </a:r>
            <a:r>
              <a:rPr lang="en-US" altLang="ko-KR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điệp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  <a:cs typeface="Arial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851840" y="3211709"/>
            <a:ext cx="4392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Use case </a:t>
            </a:r>
            <a:r>
              <a:rPr lang="en-US" altLang="ko-KR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và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 logic flow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055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Đặt</a:t>
            </a:r>
            <a:r>
              <a:rPr lang="en-US" altLang="ko-KR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ko-KR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vấn</a:t>
            </a:r>
            <a:r>
              <a:rPr lang="en-US" altLang="ko-KR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ko-KR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đề</a:t>
            </a:r>
            <a:endParaRPr lang="ko-KR" altLang="en-US" dirty="0">
              <a:latin typeface="Cambria Math" panose="020405030504060302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Giới</a:t>
            </a:r>
            <a:r>
              <a:rPr lang="en-US" altLang="ko-K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ko-K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thiệu</a:t>
            </a:r>
            <a:r>
              <a:rPr lang="en-US" altLang="ko-K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ko-K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tổng</a:t>
            </a:r>
            <a:r>
              <a:rPr lang="en-US" altLang="ko-K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ko-K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quan</a:t>
            </a:r>
            <a:endParaRPr lang="en-US" altLang="ko-KR" sz="1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234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Chức</a:t>
            </a:r>
            <a:r>
              <a:rPr lang="en-US" altLang="ko-KR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ko-KR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năng</a:t>
            </a:r>
            <a:r>
              <a:rPr lang="en-US" altLang="ko-KR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ko-KR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trò</a:t>
            </a:r>
            <a:r>
              <a:rPr lang="en-US" altLang="ko-KR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ko-KR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chơi</a:t>
            </a:r>
            <a:endParaRPr lang="ko-KR" altLang="en-US" dirty="0">
              <a:latin typeface="Cambria Math" panose="02040503050406030204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90633" y="1445644"/>
            <a:ext cx="462096" cy="4620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Oval 19"/>
          <p:cNvSpPr/>
          <p:nvPr/>
        </p:nvSpPr>
        <p:spPr>
          <a:xfrm>
            <a:off x="1442600" y="1445644"/>
            <a:ext cx="462096" cy="4620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Oval 20"/>
          <p:cNvSpPr/>
          <p:nvPr/>
        </p:nvSpPr>
        <p:spPr>
          <a:xfrm>
            <a:off x="2194567" y="1445644"/>
            <a:ext cx="462096" cy="4620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Oval 21"/>
          <p:cNvSpPr/>
          <p:nvPr/>
        </p:nvSpPr>
        <p:spPr>
          <a:xfrm>
            <a:off x="2946534" y="1445644"/>
            <a:ext cx="462096" cy="4620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Oval 22"/>
          <p:cNvSpPr/>
          <p:nvPr/>
        </p:nvSpPr>
        <p:spPr>
          <a:xfrm>
            <a:off x="3698501" y="1445644"/>
            <a:ext cx="462096" cy="4620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 rot="16200000">
            <a:off x="487751" y="3011308"/>
            <a:ext cx="2371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Add Contents Title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AF0753-866D-2A4F-4BB5-A86B80677139}"/>
              </a:ext>
            </a:extLst>
          </p:cNvPr>
          <p:cNvSpPr txBox="1"/>
          <p:nvPr/>
        </p:nvSpPr>
        <p:spPr>
          <a:xfrm>
            <a:off x="179512" y="686853"/>
            <a:ext cx="871296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Xây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dựng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ứng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dụng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mô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phỏng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lại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trò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chơi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Poker</a:t>
            </a:r>
          </a:p>
          <a:p>
            <a:pPr marL="285750" indent="-285750" algn="just">
              <a:buFontTx/>
              <a:buChar char="-"/>
            </a:pP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Quản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lý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người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dùng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marL="742950" lvl="1" indent="-285750" algn="just">
              <a:buFontTx/>
              <a:buChar char="-"/>
            </a:pP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Cho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phép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người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dùng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tạo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tài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khoản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quản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lý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tài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khoản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người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dùng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742950" lvl="1" indent="-285750" algn="just">
              <a:buFontTx/>
              <a:buChar char="-"/>
            </a:pP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Quản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lý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danh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sách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bạn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bè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hiển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thị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bạn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bè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đang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online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của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người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dùng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Cơ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chế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tìm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trận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kết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bạn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marL="742950" lvl="1" indent="-285750" algn="just">
              <a:buFontTx/>
              <a:buChar char="-"/>
            </a:pP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Cho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phép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người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chơi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tìm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trận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hoặc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tạo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phòng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riêng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. </a:t>
            </a:r>
          </a:p>
          <a:p>
            <a:pPr marL="742950" lvl="1" indent="-285750" algn="just">
              <a:buFontTx/>
              <a:buChar char="-"/>
            </a:pP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Bạn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bè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của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người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chơi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đang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online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có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thể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được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mời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vào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phòng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hoặc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sử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dụng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mã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phòng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để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vào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phòng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. 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Phòng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riêng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sẽ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chỉ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đủ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điều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kiện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tạo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game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khi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đủ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số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người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742950" lvl="1" indent="-285750" algn="just">
              <a:buFontTx/>
              <a:buChar char="-"/>
            </a:pP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Người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chơi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có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thể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xem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lại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lịch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sử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đấu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.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Lịch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sử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đấu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sẽ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hiển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thị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người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trong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trận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đấu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và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người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thắng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. 	    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Người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chơi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cũng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có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thể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gửi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lời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mời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kết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bạn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từ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đây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285750" indent="-285750" algn="just">
              <a:buFontTx/>
              <a:buChar char="-"/>
            </a:pP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Cơ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chế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trò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chơi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marL="742950" lvl="1" indent="-285750" algn="just">
              <a:buFontTx/>
              <a:buChar char="-"/>
            </a:pP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Trò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chơi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có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quy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luật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giống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với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Poker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bình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thường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.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Nhưng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thay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vì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chip,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các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người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chơi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mỗi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lượt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sẽ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bet    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và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call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số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lượng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viên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đạn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(max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là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8)</a:t>
            </a:r>
          </a:p>
          <a:p>
            <a:pPr marL="742950" lvl="1" indent="-285750" algn="just">
              <a:buFontTx/>
              <a:buChar char="-"/>
            </a:pP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Mỗi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khi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một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người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chơi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fold/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thua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một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lượt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Poker,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người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đó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sẽ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chơi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Russian Roulette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với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số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lượng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viên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đạn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đang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có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.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Nếu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bị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đạn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bắn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người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đó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sẽ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bị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tính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là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đã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thua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và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không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thể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tham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gia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những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lượt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tiếp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theo.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Người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cuối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cùng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sống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sót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là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người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thắng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742950" lvl="1" indent="-285750" algn="just">
              <a:buFontTx/>
              <a:buChar char="-"/>
            </a:pP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Trò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chơi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không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áp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dụng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hệ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thống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ELO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để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không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bài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trừ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người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chơi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dựa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trên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mức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độ</a:t>
            </a:r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nghiện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 algn="just"/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539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Công</a:t>
            </a:r>
            <a:r>
              <a:rPr lang="en-US" altLang="ko-KR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ko-KR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nghệ</a:t>
            </a:r>
            <a:r>
              <a:rPr lang="en-US" altLang="ko-KR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ko-KR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sử</a:t>
            </a:r>
            <a:r>
              <a:rPr lang="en-US" altLang="ko-KR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ko-KR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dụng</a:t>
            </a:r>
            <a:endParaRPr lang="ko-KR" altLang="en-US" dirty="0">
              <a:latin typeface="Cambria Math" panose="02040503050406030204" pitchFamily="18" charset="0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2814173" y="2442859"/>
            <a:ext cx="990802" cy="990802"/>
          </a:xfrm>
          <a:custGeom>
            <a:avLst/>
            <a:gdLst>
              <a:gd name="connsiteX0" fmla="*/ 0 w 1226343"/>
              <a:gd name="connsiteY0" fmla="*/ 613172 h 1226343"/>
              <a:gd name="connsiteX1" fmla="*/ 613172 w 1226343"/>
              <a:gd name="connsiteY1" fmla="*/ 0 h 1226343"/>
              <a:gd name="connsiteX2" fmla="*/ 1226344 w 1226343"/>
              <a:gd name="connsiteY2" fmla="*/ 613172 h 1226343"/>
              <a:gd name="connsiteX3" fmla="*/ 613172 w 1226343"/>
              <a:gd name="connsiteY3" fmla="*/ 1226344 h 1226343"/>
              <a:gd name="connsiteX4" fmla="*/ 0 w 1226343"/>
              <a:gd name="connsiteY4" fmla="*/ 613172 h 1226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6343" h="1226343">
                <a:moveTo>
                  <a:pt x="0" y="613172"/>
                </a:moveTo>
                <a:cubicBezTo>
                  <a:pt x="0" y="274526"/>
                  <a:pt x="274526" y="0"/>
                  <a:pt x="613172" y="0"/>
                </a:cubicBezTo>
                <a:cubicBezTo>
                  <a:pt x="951818" y="0"/>
                  <a:pt x="1226344" y="274526"/>
                  <a:pt x="1226344" y="613172"/>
                </a:cubicBezTo>
                <a:cubicBezTo>
                  <a:pt x="1226344" y="951818"/>
                  <a:pt x="951818" y="1226344"/>
                  <a:pt x="613172" y="1226344"/>
                </a:cubicBezTo>
                <a:cubicBezTo>
                  <a:pt x="274526" y="1226344"/>
                  <a:pt x="0" y="951818"/>
                  <a:pt x="0" y="613172"/>
                </a:cubicBez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7694" tIns="217694" rIns="217694" bIns="217694" numCol="1" spcCol="1270" anchor="ctr" anchorCtr="0">
            <a:noAutofit/>
          </a:bodyPr>
          <a:lstStyle/>
          <a:p>
            <a:pPr lvl="0" algn="ctr" defTabSz="1333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3000" kern="1200"/>
          </a:p>
        </p:txBody>
      </p:sp>
      <p:sp>
        <p:nvSpPr>
          <p:cNvPr id="10" name="Freeform 9"/>
          <p:cNvSpPr/>
          <p:nvPr/>
        </p:nvSpPr>
        <p:spPr>
          <a:xfrm>
            <a:off x="2828637" y="1107708"/>
            <a:ext cx="990802" cy="990802"/>
          </a:xfrm>
          <a:custGeom>
            <a:avLst/>
            <a:gdLst>
              <a:gd name="connsiteX0" fmla="*/ 0 w 1226343"/>
              <a:gd name="connsiteY0" fmla="*/ 613172 h 1226343"/>
              <a:gd name="connsiteX1" fmla="*/ 613172 w 1226343"/>
              <a:gd name="connsiteY1" fmla="*/ 0 h 1226343"/>
              <a:gd name="connsiteX2" fmla="*/ 1226344 w 1226343"/>
              <a:gd name="connsiteY2" fmla="*/ 613172 h 1226343"/>
              <a:gd name="connsiteX3" fmla="*/ 613172 w 1226343"/>
              <a:gd name="connsiteY3" fmla="*/ 1226344 h 1226343"/>
              <a:gd name="connsiteX4" fmla="*/ 0 w 1226343"/>
              <a:gd name="connsiteY4" fmla="*/ 613172 h 1226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6343" h="1226343">
                <a:moveTo>
                  <a:pt x="0" y="613172"/>
                </a:moveTo>
                <a:cubicBezTo>
                  <a:pt x="0" y="274526"/>
                  <a:pt x="274526" y="0"/>
                  <a:pt x="613172" y="0"/>
                </a:cubicBezTo>
                <a:cubicBezTo>
                  <a:pt x="951818" y="0"/>
                  <a:pt x="1226344" y="274526"/>
                  <a:pt x="1226344" y="613172"/>
                </a:cubicBezTo>
                <a:cubicBezTo>
                  <a:pt x="1226344" y="951818"/>
                  <a:pt x="951818" y="1226344"/>
                  <a:pt x="613172" y="1226344"/>
                </a:cubicBezTo>
                <a:cubicBezTo>
                  <a:pt x="274526" y="1226344"/>
                  <a:pt x="0" y="951818"/>
                  <a:pt x="0" y="613172"/>
                </a:cubicBez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7694" tIns="217694" rIns="217694" bIns="217694" numCol="1" spcCol="1270" anchor="ctr" anchorCtr="0">
            <a:noAutofit/>
          </a:bodyPr>
          <a:lstStyle/>
          <a:p>
            <a:pPr lvl="0" algn="ctr" defTabSz="1333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3000" kern="1200"/>
          </a:p>
        </p:txBody>
      </p:sp>
      <p:sp>
        <p:nvSpPr>
          <p:cNvPr id="18" name="Rectangle 9"/>
          <p:cNvSpPr/>
          <p:nvPr/>
        </p:nvSpPr>
        <p:spPr>
          <a:xfrm flipH="1">
            <a:off x="4373584" y="2767826"/>
            <a:ext cx="322655" cy="302034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6"/>
          <p:cNvSpPr/>
          <p:nvPr/>
        </p:nvSpPr>
        <p:spPr>
          <a:xfrm rot="18900000" flipH="1">
            <a:off x="5211705" y="3800256"/>
            <a:ext cx="244448" cy="438249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Parallelogram 15"/>
          <p:cNvSpPr/>
          <p:nvPr/>
        </p:nvSpPr>
        <p:spPr>
          <a:xfrm rot="5400000" flipH="1">
            <a:off x="4386727" y="1506995"/>
            <a:ext cx="354753" cy="384007"/>
          </a:xfrm>
          <a:custGeom>
            <a:avLst/>
            <a:gdLst/>
            <a:ahLst/>
            <a:cxn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1" name="Round Same Side Corner Rectangle 6"/>
          <p:cNvSpPr>
            <a:spLocks noChangeAspect="1"/>
          </p:cNvSpPr>
          <p:nvPr/>
        </p:nvSpPr>
        <p:spPr>
          <a:xfrm rot="18900000" flipH="1">
            <a:off x="3812676" y="3847539"/>
            <a:ext cx="109444" cy="438775"/>
          </a:xfrm>
          <a:custGeom>
            <a:avLst/>
            <a:gdLst/>
            <a:ahLst/>
            <a:cxnLst/>
            <a:rect l="l" t="t" r="r" b="b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23" name="Group 22"/>
          <p:cNvGrpSpPr/>
          <p:nvPr/>
        </p:nvGrpSpPr>
        <p:grpSpPr>
          <a:xfrm>
            <a:off x="302052" y="1192397"/>
            <a:ext cx="2422658" cy="1292585"/>
            <a:chOff x="715704" y="2860247"/>
            <a:chExt cx="2147593" cy="915888"/>
          </a:xfrm>
        </p:grpSpPr>
        <p:sp>
          <p:nvSpPr>
            <p:cNvPr id="24" name="TextBox 23"/>
            <p:cNvSpPr txBox="1"/>
            <p:nvPr/>
          </p:nvSpPr>
          <p:spPr>
            <a:xfrm>
              <a:off x="803640" y="3579862"/>
              <a:ext cx="2059657" cy="196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15704" y="2860247"/>
              <a:ext cx="2059657" cy="2835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Arial" pitchFamily="34" charset="0"/>
                </a:rPr>
                <a:t>TCP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cs typeface="Arial" pitchFamily="34" charset="0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546330" y="2713987"/>
            <a:ext cx="2323460" cy="1682270"/>
            <a:chOff x="803639" y="2881273"/>
            <a:chExt cx="2059658" cy="836291"/>
          </a:xfrm>
        </p:grpSpPr>
        <p:sp>
          <p:nvSpPr>
            <p:cNvPr id="30" name="TextBox 29"/>
            <p:cNvSpPr txBox="1"/>
            <p:nvPr/>
          </p:nvSpPr>
          <p:spPr>
            <a:xfrm>
              <a:off x="803640" y="3579862"/>
              <a:ext cx="2059657" cy="1377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03639" y="2881273"/>
              <a:ext cx="2059657" cy="1989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Arial" pitchFamily="34" charset="0"/>
                </a:rPr>
                <a:t>C++ Programing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cs typeface="Arial" pitchFamily="34" charset="0"/>
              </a:endParaRPr>
            </a:p>
          </p:txBody>
        </p:sp>
      </p:grpSp>
      <p:pic>
        <p:nvPicPr>
          <p:cNvPr id="41" name="Picture 40" descr="A picture containing drawing&#10;&#10;Description automatically generated">
            <a:extLst>
              <a:ext uri="{FF2B5EF4-FFF2-40B4-BE49-F238E27FC236}">
                <a16:creationId xmlns:a16="http://schemas.microsoft.com/office/drawing/2014/main" id="{CDD5E42E-A897-4D1F-8C33-3A70C66ED1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788" y="1275990"/>
            <a:ext cx="627860" cy="627860"/>
          </a:xfrm>
          <a:prstGeom prst="rect">
            <a:avLst/>
          </a:prstGeom>
        </p:spPr>
      </p:pic>
      <p:pic>
        <p:nvPicPr>
          <p:cNvPr id="1026" name="Picture 2" descr="C++ – Wikipedia tiếng Việt">
            <a:extLst>
              <a:ext uri="{FF2B5EF4-FFF2-40B4-BE49-F238E27FC236}">
                <a16:creationId xmlns:a16="http://schemas.microsoft.com/office/drawing/2014/main" id="{4142D639-1D66-4499-F343-F389060D4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644" y="2586608"/>
            <a:ext cx="627860" cy="708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118AD88-3329-5903-8F0E-88A22E46A482}"/>
              </a:ext>
            </a:extLst>
          </p:cNvPr>
          <p:cNvGrpSpPr/>
          <p:nvPr/>
        </p:nvGrpSpPr>
        <p:grpSpPr>
          <a:xfrm>
            <a:off x="302021" y="4054772"/>
            <a:ext cx="2422658" cy="1292585"/>
            <a:chOff x="715704" y="2860247"/>
            <a:chExt cx="2147593" cy="91588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996FAFD-4B73-7BBB-FC04-7DA9F3727EEF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196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AA6F0BC-97A9-4DF9-BDDD-969A2E4C894A}"/>
                </a:ext>
              </a:extLst>
            </p:cNvPr>
            <p:cNvSpPr txBox="1"/>
            <p:nvPr/>
          </p:nvSpPr>
          <p:spPr>
            <a:xfrm>
              <a:off x="715704" y="2860247"/>
              <a:ext cx="2059657" cy="2835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Arial" pitchFamily="34" charset="0"/>
                </a:rPr>
                <a:t>Client-server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cs typeface="Arial" pitchFamily="34" charset="0"/>
              </a:endParaRPr>
            </a:p>
          </p:txBody>
        </p:sp>
      </p:grpSp>
      <p:sp>
        <p:nvSpPr>
          <p:cNvPr id="6" name="Freeform 7">
            <a:extLst>
              <a:ext uri="{FF2B5EF4-FFF2-40B4-BE49-F238E27FC236}">
                <a16:creationId xmlns:a16="http://schemas.microsoft.com/office/drawing/2014/main" id="{9E320AD1-493D-C1B3-3043-363AFB9E8D6D}"/>
              </a:ext>
            </a:extLst>
          </p:cNvPr>
          <p:cNvSpPr/>
          <p:nvPr/>
        </p:nvSpPr>
        <p:spPr>
          <a:xfrm>
            <a:off x="2822317" y="3778010"/>
            <a:ext cx="990802" cy="990802"/>
          </a:xfrm>
          <a:custGeom>
            <a:avLst/>
            <a:gdLst>
              <a:gd name="connsiteX0" fmla="*/ 0 w 1226343"/>
              <a:gd name="connsiteY0" fmla="*/ 613172 h 1226343"/>
              <a:gd name="connsiteX1" fmla="*/ 613172 w 1226343"/>
              <a:gd name="connsiteY1" fmla="*/ 0 h 1226343"/>
              <a:gd name="connsiteX2" fmla="*/ 1226344 w 1226343"/>
              <a:gd name="connsiteY2" fmla="*/ 613172 h 1226343"/>
              <a:gd name="connsiteX3" fmla="*/ 613172 w 1226343"/>
              <a:gd name="connsiteY3" fmla="*/ 1226344 h 1226343"/>
              <a:gd name="connsiteX4" fmla="*/ 0 w 1226343"/>
              <a:gd name="connsiteY4" fmla="*/ 613172 h 1226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6343" h="1226343">
                <a:moveTo>
                  <a:pt x="0" y="613172"/>
                </a:moveTo>
                <a:cubicBezTo>
                  <a:pt x="0" y="274526"/>
                  <a:pt x="274526" y="0"/>
                  <a:pt x="613172" y="0"/>
                </a:cubicBezTo>
                <a:cubicBezTo>
                  <a:pt x="951818" y="0"/>
                  <a:pt x="1226344" y="274526"/>
                  <a:pt x="1226344" y="613172"/>
                </a:cubicBezTo>
                <a:cubicBezTo>
                  <a:pt x="1226344" y="951818"/>
                  <a:pt x="951818" y="1226344"/>
                  <a:pt x="613172" y="1226344"/>
                </a:cubicBezTo>
                <a:cubicBezTo>
                  <a:pt x="274526" y="1226344"/>
                  <a:pt x="0" y="951818"/>
                  <a:pt x="0" y="613172"/>
                </a:cubicBez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7694" tIns="217694" rIns="217694" bIns="217694" numCol="1" spcCol="1270" anchor="ctr" anchorCtr="0">
            <a:noAutofit/>
          </a:bodyPr>
          <a:lstStyle/>
          <a:p>
            <a:pPr lvl="0" algn="ctr" defTabSz="1333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3000" kern="1200"/>
          </a:p>
        </p:txBody>
      </p:sp>
      <p:pic>
        <p:nvPicPr>
          <p:cNvPr id="1028" name="Picture 4" descr="Server To Client Icon | IconExperience - Professional Icons » O-Collection">
            <a:extLst>
              <a:ext uri="{FF2B5EF4-FFF2-40B4-BE49-F238E27FC236}">
                <a16:creationId xmlns:a16="http://schemas.microsoft.com/office/drawing/2014/main" id="{8AF1854E-D932-4D01-B906-45FC31BF6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3788" y="3959481"/>
            <a:ext cx="627860" cy="627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3302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Cấu</a:t>
            </a:r>
            <a:r>
              <a:rPr lang="en-US" altLang="ko-KR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ko-KR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trúc</a:t>
            </a:r>
            <a:r>
              <a:rPr lang="en-US" altLang="ko-KR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ko-KR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thông</a:t>
            </a:r>
            <a:r>
              <a:rPr lang="en-US" altLang="ko-KR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ko-KR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điệp</a:t>
            </a:r>
            <a:endParaRPr lang="ko-KR" altLang="en-US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390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C857A3-8A8B-41C5-93C7-16AD232DA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9FD65-0B0B-4AC9-8494-CEB09C9BF6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60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07504" y="123478"/>
            <a:ext cx="1475656" cy="57626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ko-KR" sz="20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Đăng</a:t>
            </a:r>
            <a:r>
              <a:rPr lang="en-US" altLang="ko-KR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ko-KR" sz="20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nhập</a:t>
            </a:r>
            <a:endParaRPr lang="ko-KR" altLang="en-US" sz="20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69900" y="1475958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80%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69900" y="2130481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50%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69900" y="2785004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40%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69900" y="3439527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70%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69900" y="4094050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60%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580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Cambria Math" panose="02040503050406030204" pitchFamily="18" charset="0"/>
                <a:ea typeface="Cambria Math" panose="02040503050406030204" pitchFamily="18" charset="0"/>
              </a:rPr>
              <a:t>Use case </a:t>
            </a:r>
            <a:r>
              <a:rPr lang="en-US" altLang="ko-KR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và</a:t>
            </a:r>
            <a:r>
              <a:rPr lang="en-US" altLang="ko-KR" dirty="0">
                <a:latin typeface="Cambria Math" panose="02040503050406030204" pitchFamily="18" charset="0"/>
                <a:ea typeface="Cambria Math" panose="02040503050406030204" pitchFamily="18" charset="0"/>
              </a:rPr>
              <a:t> logic flow</a:t>
            </a:r>
            <a:endParaRPr lang="ko-KR" altLang="en-US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721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14F6A-8323-BC85-6BE0-FC4A84ABE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C8DAEBE-1CE5-33C1-492B-344265A4313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07504" y="123478"/>
            <a:ext cx="1475656" cy="57626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ko-KR" sz="2000" dirty="0">
                <a:solidFill>
                  <a:schemeClr val="bg1"/>
                </a:solidFill>
                <a:latin typeface="Cambria Math" panose="02040503050406030204" pitchFamily="18" charset="0"/>
              </a:rPr>
              <a:t>Create account</a:t>
            </a:r>
          </a:p>
          <a:p>
            <a:pPr marL="0" indent="0">
              <a:buNone/>
            </a:pPr>
            <a:endParaRPr lang="ko-KR" altLang="en-US" sz="20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5307F3-67B9-5D58-0540-D3578DD614C9}"/>
              </a:ext>
            </a:extLst>
          </p:cNvPr>
          <p:cNvSpPr txBox="1"/>
          <p:nvPr/>
        </p:nvSpPr>
        <p:spPr>
          <a:xfrm>
            <a:off x="4269900" y="1475958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80%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D0752E-703E-E65A-83E3-8FC0512557B0}"/>
              </a:ext>
            </a:extLst>
          </p:cNvPr>
          <p:cNvSpPr txBox="1"/>
          <p:nvPr/>
        </p:nvSpPr>
        <p:spPr>
          <a:xfrm>
            <a:off x="4269900" y="2130481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50%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AC0BA5-47B5-F62D-34D8-49D801301D40}"/>
              </a:ext>
            </a:extLst>
          </p:cNvPr>
          <p:cNvSpPr txBox="1"/>
          <p:nvPr/>
        </p:nvSpPr>
        <p:spPr>
          <a:xfrm>
            <a:off x="4269900" y="2785004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40%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AF249A-3462-5B72-C371-F0B54AB6F647}"/>
              </a:ext>
            </a:extLst>
          </p:cNvPr>
          <p:cNvSpPr txBox="1"/>
          <p:nvPr/>
        </p:nvSpPr>
        <p:spPr>
          <a:xfrm>
            <a:off x="4269900" y="3439527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70%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CE2CFC-66F9-DEA5-1775-E66017DBC7FD}"/>
              </a:ext>
            </a:extLst>
          </p:cNvPr>
          <p:cNvSpPr txBox="1"/>
          <p:nvPr/>
        </p:nvSpPr>
        <p:spPr>
          <a:xfrm>
            <a:off x="4269900" y="4094050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60%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22A076A8-22C3-DDF1-7DBF-D666A97966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656" y="1182121"/>
            <a:ext cx="7519847" cy="263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981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A7F69-8398-BF13-96A9-B04D61E02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C6F240-5CE3-F23D-1A85-4EEB3DDE9D7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07504" y="123478"/>
            <a:ext cx="1475656" cy="57626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ko-KR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Log 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32DBF4-0528-4AB5-A249-397F6E0CD07E}"/>
              </a:ext>
            </a:extLst>
          </p:cNvPr>
          <p:cNvSpPr txBox="1"/>
          <p:nvPr/>
        </p:nvSpPr>
        <p:spPr>
          <a:xfrm>
            <a:off x="4269900" y="1475958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80%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0BDE2D-8A5F-BFE2-9030-08C7E5229491}"/>
              </a:ext>
            </a:extLst>
          </p:cNvPr>
          <p:cNvSpPr txBox="1"/>
          <p:nvPr/>
        </p:nvSpPr>
        <p:spPr>
          <a:xfrm>
            <a:off x="4269900" y="2130481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50%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8406D9-C437-7951-AA5E-D8944F3623C3}"/>
              </a:ext>
            </a:extLst>
          </p:cNvPr>
          <p:cNvSpPr txBox="1"/>
          <p:nvPr/>
        </p:nvSpPr>
        <p:spPr>
          <a:xfrm>
            <a:off x="4269900" y="2785004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40%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36AB39-85D2-C216-3B96-33AE4CDBFF57}"/>
              </a:ext>
            </a:extLst>
          </p:cNvPr>
          <p:cNvSpPr txBox="1"/>
          <p:nvPr/>
        </p:nvSpPr>
        <p:spPr>
          <a:xfrm>
            <a:off x="4269900" y="3439527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70%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25B4CB-23A1-6663-0825-3930EB124C08}"/>
              </a:ext>
            </a:extLst>
          </p:cNvPr>
          <p:cNvSpPr txBox="1"/>
          <p:nvPr/>
        </p:nvSpPr>
        <p:spPr>
          <a:xfrm>
            <a:off x="4269900" y="4094050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60%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84C0FA88-6670-76FE-468A-016EBBE849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82661"/>
            <a:ext cx="6984776" cy="501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681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EA57A-8D9F-9CA8-1456-D10E1CE71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08A27A-F1AB-BF1C-A659-DAFF7707718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07504" y="123478"/>
            <a:ext cx="1475656" cy="57626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ko-KR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Play public game</a:t>
            </a:r>
            <a:endParaRPr lang="ko-KR" altLang="en-US" sz="20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A48B13-CAE6-5337-79EB-E43231629E98}"/>
              </a:ext>
            </a:extLst>
          </p:cNvPr>
          <p:cNvSpPr txBox="1"/>
          <p:nvPr/>
        </p:nvSpPr>
        <p:spPr>
          <a:xfrm>
            <a:off x="4269900" y="1475958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80%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A7A298-5450-05F4-4B80-6EEC6FC8590E}"/>
              </a:ext>
            </a:extLst>
          </p:cNvPr>
          <p:cNvSpPr txBox="1"/>
          <p:nvPr/>
        </p:nvSpPr>
        <p:spPr>
          <a:xfrm>
            <a:off x="4269900" y="2130481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50%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512F99-E0B9-6CB4-E755-E80FF079913B}"/>
              </a:ext>
            </a:extLst>
          </p:cNvPr>
          <p:cNvSpPr txBox="1"/>
          <p:nvPr/>
        </p:nvSpPr>
        <p:spPr>
          <a:xfrm>
            <a:off x="4269900" y="2785004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40%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B61681-127C-7DFD-4C7F-6AEACBFD8786}"/>
              </a:ext>
            </a:extLst>
          </p:cNvPr>
          <p:cNvSpPr txBox="1"/>
          <p:nvPr/>
        </p:nvSpPr>
        <p:spPr>
          <a:xfrm>
            <a:off x="4269900" y="3439527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70%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ABA836-0B85-4208-D133-C01430054EF2}"/>
              </a:ext>
            </a:extLst>
          </p:cNvPr>
          <p:cNvSpPr txBox="1"/>
          <p:nvPr/>
        </p:nvSpPr>
        <p:spPr>
          <a:xfrm>
            <a:off x="4269900" y="4094050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60%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 descr="A diagram of a computer&#10;&#10;AI-generated content may be incorrect.">
            <a:extLst>
              <a:ext uri="{FF2B5EF4-FFF2-40B4-BE49-F238E27FC236}">
                <a16:creationId xmlns:a16="http://schemas.microsoft.com/office/drawing/2014/main" id="{4D853043-25C7-F502-7ABE-AA4893AE2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0"/>
            <a:ext cx="688599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28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0B26-3A9D-77DE-3CC0-0D2797159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DF0D10-9D8E-7325-864E-B4E76EE31C45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07504" y="123478"/>
            <a:ext cx="1475656" cy="57626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ko-KR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Play private game</a:t>
            </a:r>
            <a:endParaRPr lang="ko-KR" altLang="en-US" sz="20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D4AB85-FBEE-181C-10F7-1279B727AA53}"/>
              </a:ext>
            </a:extLst>
          </p:cNvPr>
          <p:cNvSpPr txBox="1"/>
          <p:nvPr/>
        </p:nvSpPr>
        <p:spPr>
          <a:xfrm>
            <a:off x="4269900" y="1475958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80%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BB62B4-1BA5-1695-7C13-7B21B6EE2C63}"/>
              </a:ext>
            </a:extLst>
          </p:cNvPr>
          <p:cNvSpPr txBox="1"/>
          <p:nvPr/>
        </p:nvSpPr>
        <p:spPr>
          <a:xfrm>
            <a:off x="4269900" y="2130481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50%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86E4C2-CED4-D41D-EB9F-A6EA169E98E7}"/>
              </a:ext>
            </a:extLst>
          </p:cNvPr>
          <p:cNvSpPr txBox="1"/>
          <p:nvPr/>
        </p:nvSpPr>
        <p:spPr>
          <a:xfrm>
            <a:off x="4269900" y="2785004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40%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FE484A-9D3A-480E-84B2-F0F8EE0379B5}"/>
              </a:ext>
            </a:extLst>
          </p:cNvPr>
          <p:cNvSpPr txBox="1"/>
          <p:nvPr/>
        </p:nvSpPr>
        <p:spPr>
          <a:xfrm>
            <a:off x="4269900" y="3439527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70%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2B27DC-AC09-C4E4-E44B-472C86BCDA0C}"/>
              </a:ext>
            </a:extLst>
          </p:cNvPr>
          <p:cNvSpPr txBox="1"/>
          <p:nvPr/>
        </p:nvSpPr>
        <p:spPr>
          <a:xfrm>
            <a:off x="4269900" y="4094050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60%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 descr="A diagram of a project&#10;&#10;AI-generated content may be incorrect.">
            <a:extLst>
              <a:ext uri="{FF2B5EF4-FFF2-40B4-BE49-F238E27FC236}">
                <a16:creationId xmlns:a16="http://schemas.microsoft.com/office/drawing/2014/main" id="{9B2F48AC-972F-26D3-0CED-F5F5EDFAC6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20396"/>
            <a:ext cx="544718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850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3E7C7-DDB4-A34A-D0D6-16099126C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6A9AD0-5F46-F27E-1093-485DC717E5A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07504" y="123478"/>
            <a:ext cx="1475656" cy="57626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ko-KR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Check match history</a:t>
            </a:r>
            <a:endParaRPr lang="ko-KR" altLang="en-US" sz="200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2E3C08-04A2-C33C-0EE7-F6154036AB64}"/>
              </a:ext>
            </a:extLst>
          </p:cNvPr>
          <p:cNvSpPr txBox="1"/>
          <p:nvPr/>
        </p:nvSpPr>
        <p:spPr>
          <a:xfrm>
            <a:off x="4269900" y="1475958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80%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69DE95-6421-ACD9-791E-435673659595}"/>
              </a:ext>
            </a:extLst>
          </p:cNvPr>
          <p:cNvSpPr txBox="1"/>
          <p:nvPr/>
        </p:nvSpPr>
        <p:spPr>
          <a:xfrm>
            <a:off x="4269900" y="2130481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50%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9E29FD-5CDA-1F45-84BF-10A95E97B259}"/>
              </a:ext>
            </a:extLst>
          </p:cNvPr>
          <p:cNvSpPr txBox="1"/>
          <p:nvPr/>
        </p:nvSpPr>
        <p:spPr>
          <a:xfrm>
            <a:off x="4269900" y="2785004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40%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8DFC09-56AD-055C-F63B-8B9272D7D2B7}"/>
              </a:ext>
            </a:extLst>
          </p:cNvPr>
          <p:cNvSpPr txBox="1"/>
          <p:nvPr/>
        </p:nvSpPr>
        <p:spPr>
          <a:xfrm>
            <a:off x="4269900" y="3439527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70%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0FE198-D3DC-1928-67F2-6493D9CCDCE4}"/>
              </a:ext>
            </a:extLst>
          </p:cNvPr>
          <p:cNvSpPr txBox="1"/>
          <p:nvPr/>
        </p:nvSpPr>
        <p:spPr>
          <a:xfrm>
            <a:off x="4269900" y="4094050"/>
            <a:ext cx="8666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60%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099C69DD-A9AF-975E-1AF5-3035593F4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0"/>
            <a:ext cx="614217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372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3561194"/>
            <a:ext cx="9144000" cy="576063"/>
          </a:xfrm>
        </p:spPr>
        <p:txBody>
          <a:bodyPr/>
          <a:lstStyle/>
          <a:p>
            <a:r>
              <a:rPr lang="en-US" altLang="ko-KR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Thank you</a:t>
            </a:r>
            <a:endParaRPr lang="ko-KR" altLang="en-US" sz="3600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55909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1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2AEB8"/>
      </a:accent1>
      <a:accent2>
        <a:srgbClr val="F2A40D"/>
      </a:accent2>
      <a:accent3>
        <a:srgbClr val="32AEB8"/>
      </a:accent3>
      <a:accent4>
        <a:srgbClr val="F2A40D"/>
      </a:accent4>
      <a:accent5>
        <a:srgbClr val="32AEB8"/>
      </a:accent5>
      <a:accent6>
        <a:srgbClr val="F2A40D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1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2AEB8"/>
      </a:accent1>
      <a:accent2>
        <a:srgbClr val="F2A40D"/>
      </a:accent2>
      <a:accent3>
        <a:srgbClr val="32AEB8"/>
      </a:accent3>
      <a:accent4>
        <a:srgbClr val="F2A40D"/>
      </a:accent4>
      <a:accent5>
        <a:srgbClr val="32AEB8"/>
      </a:accent5>
      <a:accent6>
        <a:srgbClr val="F2A40D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2AEB8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1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2AEB8"/>
      </a:accent1>
      <a:accent2>
        <a:srgbClr val="F2A40D"/>
      </a:accent2>
      <a:accent3>
        <a:srgbClr val="32AEB8"/>
      </a:accent3>
      <a:accent4>
        <a:srgbClr val="F2A40D"/>
      </a:accent4>
      <a:accent5>
        <a:srgbClr val="32AEB8"/>
      </a:accent5>
      <a:accent6>
        <a:srgbClr val="F2A40D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1665</TotalTime>
  <Words>480</Words>
  <Application>Microsoft Office PowerPoint</Application>
  <PresentationFormat>On-screen Show (16:9)</PresentationFormat>
  <Paragraphs>81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맑은 고딕</vt:lpstr>
      <vt:lpstr>Arial</vt:lpstr>
      <vt:lpstr>Cambria Math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Dinh Ngoc Lap Thanh 20226000</cp:lastModifiedBy>
  <cp:revision>111</cp:revision>
  <dcterms:created xsi:type="dcterms:W3CDTF">2016-12-05T23:26:54Z</dcterms:created>
  <dcterms:modified xsi:type="dcterms:W3CDTF">2025-11-21T03:57:21Z</dcterms:modified>
</cp:coreProperties>
</file>